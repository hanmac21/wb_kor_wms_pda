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3872A-754A-4931-A368-844231CED912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8AD60-6224-447D-9ABA-F06274ED7DE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4819650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76056" y="1556792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비밀번호 </a:t>
            </a:r>
            <a:r>
              <a:rPr lang="en-US" altLang="ko-KR" dirty="0" smtClean="0"/>
              <a:t>: hanmac5855238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화면 슬라이드 쇼(4:3)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Hanmac</dc:creator>
  <cp:lastModifiedBy>Hanmac</cp:lastModifiedBy>
  <cp:revision>1</cp:revision>
  <dcterms:created xsi:type="dcterms:W3CDTF">2025-06-23T11:55:00Z</dcterms:created>
  <dcterms:modified xsi:type="dcterms:W3CDTF">2025-06-23T11:56:54Z</dcterms:modified>
</cp:coreProperties>
</file>